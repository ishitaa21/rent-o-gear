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48BBF-88F7-3C11-87C5-FCA703922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AEFA3-BA0B-CC96-A0AA-21EC86A59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C6A9D-C12F-2BF6-4687-D992752F9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E6D6-DBAB-4A86-A0A1-D7B03439963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4A7F8-1385-87B1-A580-11F15FFFC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0E09E-52AC-7FC0-F5C0-B8C987A99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FB6-E2C8-4D54-BEF5-06AD703CB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924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3DC20-891C-63A2-9F1B-EC4B34C4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86C0B-8F62-CCF4-A254-C120792EA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58CE6-59F4-BB90-F72C-37A79A52D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E6D6-DBAB-4A86-A0A1-D7B03439963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446C5-8BED-64D3-AEF0-6A61EA25B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FE3FF-119E-85A3-22CE-43F286ED3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FB6-E2C8-4D54-BEF5-06AD703CB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8CC21-A514-117E-85A0-98B62D1EE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61E74-8BAC-12A2-1F33-1C9981385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12241-BCD4-9A88-2B95-E35603EF6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E6D6-DBAB-4A86-A0A1-D7B03439963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3572C-BC18-923E-CE5B-8A3C390DC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E16A8-D9AA-D255-5AEA-042E397DC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FB6-E2C8-4D54-BEF5-06AD703CB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124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2444-8020-4551-F00C-BDC1E7AD9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3A833-0CF5-3804-B8ED-2513507E7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CC004-68C2-BFBD-CF1F-3E26E96E7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3A772-D635-909B-F11E-929C86A4B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E6D6-DBAB-4A86-A0A1-D7B03439963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3EE29-6709-6E88-0B1B-1E86DCBAE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22034-751B-2E93-CABA-67CE84F4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FB6-E2C8-4D54-BEF5-06AD703CB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987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5AD87-33AD-9799-2CA7-7673E8E58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5190B-7416-351F-6069-F56CAD66A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38871-E8E8-1DE7-13BC-0CF378C20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B5AE09-3F3F-29A2-6FF7-E4044C2AF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EB9D9A-974B-D346-533D-2B3439CFC5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CF09A-4A93-EEA2-BF3F-6410D05E6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E6D6-DBAB-4A86-A0A1-D7B03439963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29FF46-18D2-0E4D-799B-143CEF765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1B4BF-69B0-7342-C660-470A1DD9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FB6-E2C8-4D54-BEF5-06AD703CB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218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2FB5E-99D3-857B-7DB0-B61BCD4EB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B6A30D-474A-1D36-490A-45BC7AB63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E6D6-DBAB-4A86-A0A1-D7B03439963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15E48C-847B-92BB-61A8-6399F678C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4107E-C08E-BB59-FA7F-93AC26326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FB6-E2C8-4D54-BEF5-06AD703CB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581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32B543-EBB7-515B-4583-1BF495517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E6D6-DBAB-4A86-A0A1-D7B03439963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66EC1-5CA1-5862-F02A-CCA2AE438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02ADA-970B-F254-3B4F-AE3822B87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FB6-E2C8-4D54-BEF5-06AD703CB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804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6D8D-ED36-66B0-FB77-1A0630EA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4A785-27F0-AA8D-B2FD-146CE5B4E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852AB-E791-867F-3AEE-171DB2731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EE135-26B0-50BA-4192-62EBD0912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E6D6-DBAB-4A86-A0A1-D7B03439963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1A3E9-4709-6D47-EDFD-7A2231A60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D105D-C1E3-A46E-A476-8B1EB9DEC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FB6-E2C8-4D54-BEF5-06AD703CB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589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99BFC-A0F4-59DD-85DE-8D4B67136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62FF3-A579-AAAB-D016-FB7439841A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74DE8-49F7-5B24-5CC7-3FC97A595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79236-1A49-A76D-9F2D-C2D3F61C2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E6D6-DBAB-4A86-A0A1-D7B03439963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B873C-D6F2-FEEC-045E-2D9FFBF7A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E6C5D-82A9-91C9-E8EB-91179706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FB6-E2C8-4D54-BEF5-06AD703CB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446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E9C48-8A2E-8908-88D6-25191B624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F8C01-6894-2466-922C-438254210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C2898-5555-9CBD-1513-9FAEB868B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E6D6-DBAB-4A86-A0A1-D7B03439963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FF6F1-FAA3-8723-9DBB-B5A5D2341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0E53B-4E33-2780-A2DF-2C61AC6C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FB6-E2C8-4D54-BEF5-06AD703CB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69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892811-243A-813F-B262-3088DB1BE5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843378-EBD7-E8D0-3C3B-5CEBA6E84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61C15-D611-1D95-B693-3FC7AE693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E6D6-DBAB-4A86-A0A1-D7B03439963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97496-AB33-4E02-367F-264108CFD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243DC-BEE7-C851-1197-BD6EB0BF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FB6-E2C8-4D54-BEF5-06AD703CB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154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96486B-71E6-18DB-67B6-B568FB492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E78C0-6ADB-FFC7-CEB9-F207BAEEB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9CFAB-E553-4FB1-C0F6-949D8180F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69E6D6-DBAB-4A86-A0A1-D7B03439963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41439-4843-7651-49B2-7A43B8763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89EC9-B63A-0723-1359-7235D5235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AEFB6-E2C8-4D54-BEF5-06AD703CB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5287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95)">
            <a:extLst>
              <a:ext uri="{FF2B5EF4-FFF2-40B4-BE49-F238E27FC236}">
                <a16:creationId xmlns:a16="http://schemas.microsoft.com/office/drawing/2014/main" id="{7E068313-12D1-28E7-F702-EC416355F7D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63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96)">
            <a:extLst>
              <a:ext uri="{FF2B5EF4-FFF2-40B4-BE49-F238E27FC236}">
                <a16:creationId xmlns:a16="http://schemas.microsoft.com/office/drawing/2014/main" id="{C7515526-80EC-FCFB-DFCF-8FBC1DF66A6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429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97)">
            <a:extLst>
              <a:ext uri="{FF2B5EF4-FFF2-40B4-BE49-F238E27FC236}">
                <a16:creationId xmlns:a16="http://schemas.microsoft.com/office/drawing/2014/main" id="{CB5518CF-5C40-D3EF-7918-BBB12575C04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76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98)">
            <a:extLst>
              <a:ext uri="{FF2B5EF4-FFF2-40B4-BE49-F238E27FC236}">
                <a16:creationId xmlns:a16="http://schemas.microsoft.com/office/drawing/2014/main" id="{375B9AEC-3EF9-F3DD-E136-170DC1E1FDC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4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99)">
            <a:extLst>
              <a:ext uri="{FF2B5EF4-FFF2-40B4-BE49-F238E27FC236}">
                <a16:creationId xmlns:a16="http://schemas.microsoft.com/office/drawing/2014/main" id="{9CB27375-B487-F52F-9BEE-C9C2870F0EB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392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100)">
            <a:extLst>
              <a:ext uri="{FF2B5EF4-FFF2-40B4-BE49-F238E27FC236}">
                <a16:creationId xmlns:a16="http://schemas.microsoft.com/office/drawing/2014/main" id="{2A07CD0C-BBD0-A889-D2C1-F03E786F481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291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101)">
            <a:extLst>
              <a:ext uri="{FF2B5EF4-FFF2-40B4-BE49-F238E27FC236}">
                <a16:creationId xmlns:a16="http://schemas.microsoft.com/office/drawing/2014/main" id="{8183ABB5-6FC3-4487-719A-022CF25380E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338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102)">
            <a:extLst>
              <a:ext uri="{FF2B5EF4-FFF2-40B4-BE49-F238E27FC236}">
                <a16:creationId xmlns:a16="http://schemas.microsoft.com/office/drawing/2014/main" id="{5FAF19D6-92A5-1DB7-D5E2-1CB62DE82CA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81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103)">
            <a:extLst>
              <a:ext uri="{FF2B5EF4-FFF2-40B4-BE49-F238E27FC236}">
                <a16:creationId xmlns:a16="http://schemas.microsoft.com/office/drawing/2014/main" id="{42D98962-F291-C806-ADC4-55082BC086B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71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104)">
            <a:extLst>
              <a:ext uri="{FF2B5EF4-FFF2-40B4-BE49-F238E27FC236}">
                <a16:creationId xmlns:a16="http://schemas.microsoft.com/office/drawing/2014/main" id="{D1A11EA6-FE04-BD88-2F65-1285590CBEA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268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105)">
            <a:extLst>
              <a:ext uri="{FF2B5EF4-FFF2-40B4-BE49-F238E27FC236}">
                <a16:creationId xmlns:a16="http://schemas.microsoft.com/office/drawing/2014/main" id="{A5C2A42B-6CD3-1946-0331-65ECC82FD3E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312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106)">
            <a:extLst>
              <a:ext uri="{FF2B5EF4-FFF2-40B4-BE49-F238E27FC236}">
                <a16:creationId xmlns:a16="http://schemas.microsoft.com/office/drawing/2014/main" id="{6206CCD0-457A-9F87-18CB-12CE24E214E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521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Tanika Sakya Singha</dc:creator>
  <cp:lastModifiedBy>Tanika Sakya Singha</cp:lastModifiedBy>
  <cp:revision>1</cp:revision>
  <dcterms:created xsi:type="dcterms:W3CDTF">2026-01-14T05:25:47Z</dcterms:created>
  <dcterms:modified xsi:type="dcterms:W3CDTF">2026-01-14T05:26:47Z</dcterms:modified>
</cp:coreProperties>
</file>